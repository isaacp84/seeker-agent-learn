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59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2F5DA9"/>
                </a:solidFill>
                <a:latin typeface="Calibri"/>
              </a:defRPr>
            </a:pPr>
            <a:r>
              <a:t>Seeker-Agent-Learn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505050"/>
                </a:solidFill>
                <a:latin typeface="Calibri"/>
              </a:defRPr>
            </a:pPr>
            <a:r>
              <a:t>Navigation agent in Magic Engine</a:t>
            </a:r>
          </a:p>
          <a:p>
            <a:pPr>
              <a:defRPr sz="1400">
                <a:solidFill>
                  <a:srgbClr val="505050"/>
                </a:solidFill>
                <a:latin typeface="Calibri"/>
              </a:defRPr>
            </a:pPr>
            <a:r>
              <a:t>PPO training with C++ ↔ Python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TL;DR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/>
            </a:pPr>
            <a:r>
              <a:rPr dirty="0"/>
              <a:t>Learns efficient goal search under partial observability</a:t>
            </a:r>
          </a:p>
          <a:p>
            <a:pPr>
              <a:defRPr sz="2400"/>
            </a:pPr>
            <a:r>
              <a:rPr dirty="0"/>
              <a:t>Scales with free-running simulation and on-policy PPO</a:t>
            </a:r>
            <a:endParaRPr lang="en-US" dirty="0"/>
          </a:p>
          <a:p>
            <a:pPr>
              <a:defRPr sz="2400"/>
            </a:pPr>
            <a:r>
              <a:rPr lang="en-US" dirty="0"/>
              <a:t> PPO use actor/critic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Find multiple goals quickly in cluttered, occluded maps</a:t>
            </a:r>
          </a:p>
          <a:p>
            <a:pPr>
              <a:defRPr sz="2400"/>
            </a:pPr>
            <a:r>
              <a:t>Learn search/chain behaviors while avoiding edges and hazards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Bounded map with obstacles, randomized goals, and edge hazards</a:t>
            </a:r>
          </a:p>
          <a:p>
            <a:pPr>
              <a:defRPr sz="2400"/>
            </a:pPr>
            <a:r>
              <a:t>Multiple simultaneous goals encourage chaining and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High-dimensional observation: raycasts, sighting history, velocities, heading, previous-action context</a:t>
            </a:r>
          </a:p>
          <a:p>
            <a:pPr>
              <a:defRPr sz="2400"/>
            </a:pPr>
            <a:r>
              <a:t>Local ray sensing + ground/edge detection for safe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 &amp;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Discrete action set (movement, strafing, turning, jump, idle)</a:t>
            </a:r>
          </a:p>
          <a:p>
            <a:pPr>
              <a:defRPr sz="2400"/>
            </a:pPr>
            <a:r>
              <a:t>Stochastic actions during training; greedy at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Reward Design &amp; Curriculum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Dense shaping: goal reward, delta-distance, look-alignment, action penalties</a:t>
            </a:r>
          </a:p>
          <a:p>
            <a:pPr>
              <a:defRPr sz="2400"/>
            </a:pPr>
            <a:r>
              <a:t>Curriculum reduces per-goal search budget to drive faster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Separate Actor &amp; Critic MLPs (multilayer perceptrons)</a:t>
            </a:r>
          </a:p>
          <a:p>
            <a:pPr>
              <a:defRPr sz="2400"/>
            </a:pPr>
            <a:r>
              <a:t>Actor → categorical logits; Critic → scalar value estimate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On-policy PPO with GAE for advantage estimation</a:t>
            </a:r>
          </a:p>
          <a:p>
            <a:pPr>
              <a:defRPr sz="2400"/>
            </a:pPr>
            <a:r>
              <a:t>Multiple epochs per rollout, gradient clipping, entropy regularization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Hyperparameters &amp; Schedules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368456"/>
              </p:ext>
            </p:extLst>
          </p:nvPr>
        </p:nvGraphicFramePr>
        <p:xfrm>
          <a:off x="365760" y="146304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2F5D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F5D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n_steps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rPr lang="en-US" dirty="0"/>
                        <a:t>8192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mini_batch_size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rPr lang="en-US" dirty="0"/>
                        <a:t>1028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n_epochs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clip_epsilon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gae_lambda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discount_factor_g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reward_scale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entropy_coeff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value_loss_coeff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learning_rate_a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5e-5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lr_min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3e-5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lr_decay_episodes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max_grad_norm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stop_on_reward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999999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hidden_dims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rPr dirty="0"/>
                        <a:t>[256,256,128]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Diagnostics &amp; Checkpoints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Track reward, episode length, goals/episode, loss terms, gradient norms, clip fraction</a:t>
            </a:r>
          </a:p>
          <a:p>
            <a:pPr>
              <a:defRPr sz="2400"/>
            </a:pPr>
            <a:r>
              <a:t>Checkpoints store networks, optimizer state, and diagnostics for resumption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308</Words>
  <Application>Microsoft Office PowerPoint</Application>
  <PresentationFormat>On-screen Show (4:3)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Seeker-Agent-Learn</vt:lpstr>
      <vt:lpstr>TL;DR</vt:lpstr>
      <vt:lpstr>Problem &amp; Objective</vt:lpstr>
      <vt:lpstr>Environment</vt:lpstr>
      <vt:lpstr>Observations</vt:lpstr>
      <vt:lpstr>Actions &amp; Control</vt:lpstr>
      <vt:lpstr>Reward Design &amp; Curriculum</vt:lpstr>
      <vt:lpstr>Model Architecture</vt:lpstr>
      <vt:lpstr>Training Procedure</vt:lpstr>
      <vt:lpstr>Hyperparameters &amp; Schedules</vt:lpstr>
      <vt:lpstr>Diagnostics &amp; Checkpoints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Isaac Polly</cp:lastModifiedBy>
  <cp:revision>3</cp:revision>
  <dcterms:created xsi:type="dcterms:W3CDTF">2013-01-27T09:14:16Z</dcterms:created>
  <dcterms:modified xsi:type="dcterms:W3CDTF">2026-05-06T21:19:04Z</dcterms:modified>
  <cp:category/>
</cp:coreProperties>
</file>